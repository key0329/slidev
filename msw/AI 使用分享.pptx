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7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827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20</Words>
  <Application>Microsoft Macintosh PowerPoint</Application>
  <PresentationFormat>自訂</PresentationFormat>
  <Paragraphs>20</Paragraphs>
  <Slides>20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Slidev</dc:title>
  <dc:subject>## Slidev Starter Template
Presentation slides for developers.
Learn more at [Sli.dev](https://sli.dev)
</dc:subject>
  <dc:creator/>
  <cp:lastModifiedBy>Key Cheng 鄭翔駿</cp:lastModifiedBy>
  <cp:revision>2</cp:revision>
  <dcterms:created xsi:type="dcterms:W3CDTF">2025-05-23T05:20:26Z</dcterms:created>
  <dcterms:modified xsi:type="dcterms:W3CDTF">2025-05-23T07:16:34Z</dcterms:modified>
</cp:coreProperties>
</file>